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0283C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20283C"/>
                </a:solidFill>
                <a:latin typeface="Calibri"/>
              </a:rPr>
              <a:t>EventRank weights (eventrank-v1)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5B7C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028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7CF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D89E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A3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C75D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78BD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9CFD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Relevance</c:v>
                  </c:pt>
                  <c:pt idx="1">
                    <c:v>Practical fit</c:v>
                  </c:pt>
                  <c:pt idx="2">
                    <c:v>Trust</c:v>
                  </c:pt>
                  <c:pt idx="3">
                    <c:v>Freshness</c:v>
                  </c:pt>
                  <c:pt idx="4">
                    <c:v>Community</c:v>
                  </c:pt>
                  <c:pt idx="5">
                    <c:v>Discovery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  <c:pt idx="4">
                  <c:v>10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028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028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6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B849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Opener. Team names to fill in. Promise: discover what is worth attending.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fragmentation, popularity bias, no comparison. Smaller clubs suffer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Score: 6 weighted components, frozen at eventrank-v1. Reasons generated from real signals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 in docs/demo-runbook.md. Anchor: Applied AI Studio vs Women in Technology 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Ranking lives only in lib/events.ts. Neon/OAuth are production boundaries; demo mode is the explicit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verified state + the two human tasks (Neon, OAuth). Known gaps: yoga alias, vague-query weakness.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C5ED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5E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NORTHBRIDGE UNIVERSITY  /  CAMPUS DISCOVERY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moments</a:t>
            </a:r>
            <a:endParaRPr lang="en-US" sz="4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move you forward.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EventRank — one calm place to discover what is happening on campus, and decide what is worth your time.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5ED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617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4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events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5ED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4617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4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5ED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0–100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4617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4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score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2B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1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life is scattered.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28800"/>
            <a:ext cx="146304" cy="146304"/>
          </a:xfrm>
          <a:prstGeom prst="ellipse">
            <a:avLst/>
          </a:prstGeom>
          <a:solidFill>
            <a:srgbClr val="C5ED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556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 everywhere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788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7B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posters, group chats, department sites. Students discover useful events too late — or never.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5544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93592" y="1828800"/>
            <a:ext cx="146304" cy="146304"/>
          </a:xfrm>
          <a:prstGeom prst="ellipse">
            <a:avLst/>
          </a:prstGeom>
          <a:solidFill>
            <a:srgbClr val="5B7CF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840480" y="17556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beats relevance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2788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7B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loudest club wins, not the best fit for your interests, schedule, and budget.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82512" y="1828800"/>
            <a:ext cx="146304" cy="146304"/>
          </a:xfrm>
          <a:prstGeom prst="ellipse">
            <a:avLst/>
          </a:prstGeom>
          <a:solidFill>
            <a:srgbClr val="8C75D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17556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82512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compare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82512" y="2788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7B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great events, one evening. No side-by-side view of time, cost, and fit — so students guess.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students miss what matters — and smaller clubs never reach beyond their own network.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2B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1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score that shows its work.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48463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417320"/>
            <a:ext cx="3017520" cy="3017520"/>
          </a:xfrm>
          <a:prstGeom prst="roundRect">
            <a:avLst>
              <a:gd name="adj" fmla="val 3636"/>
            </a:avLst>
          </a:prstGeom>
          <a:solidFill>
            <a:srgbClr val="F8FBE9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5216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D4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ranks high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852160" y="2240280"/>
            <a:ext cx="146304" cy="146304"/>
          </a:xfrm>
          <a:prstGeom prst="ellipse">
            <a:avLst/>
          </a:prstGeom>
          <a:solidFill>
            <a:srgbClr val="9BB92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108192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57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your interest in Technology.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52160" y="2743200"/>
            <a:ext cx="146304" cy="146304"/>
          </a:xfrm>
          <a:prstGeom prst="ellipse">
            <a:avLst/>
          </a:prstGeom>
          <a:solidFill>
            <a:srgbClr val="9BB92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108192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57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easy to try.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52160" y="3246120"/>
            <a:ext cx="146304" cy="146304"/>
          </a:xfrm>
          <a:prstGeom prst="ellipse">
            <a:avLst/>
          </a:prstGeom>
          <a:solidFill>
            <a:srgbClr val="9BB92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108192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57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your Thursday evening availability.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52160" y="3749040"/>
            <a:ext cx="146304" cy="146304"/>
          </a:xfrm>
          <a:prstGeom prst="ellipse">
            <a:avLst/>
          </a:prstGeom>
          <a:solidFill>
            <a:srgbClr val="9BB92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108192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57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by a verified organization.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7B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reason maps to a stored signal. No black box, no invented explanations.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2B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3-MINUTE DEMO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1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Search. Compare. Decide.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475488" cy="475488"/>
          </a:xfrm>
          <a:prstGeom prst="ellipse">
            <a:avLst/>
          </a:prstGeom>
          <a:solidFill>
            <a:srgbClr val="2028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627632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E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060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B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“hands-on AI workshop” surfaces Applied AI Studio with filters and badges.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76272" y="1600200"/>
            <a:ext cx="475488" cy="475488"/>
          </a:xfrm>
          <a:prstGeom prst="ellipse">
            <a:avLst/>
          </a:prstGeom>
          <a:solidFill>
            <a:srgbClr val="20283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76272" y="1627632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E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157984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157984" y="26060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B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view: logistics, score ring, and “why this ranks high”.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85616" y="1600200"/>
            <a:ext cx="475488" cy="475488"/>
          </a:xfrm>
          <a:prstGeom prst="ellipse">
            <a:avLst/>
          </a:prstGeom>
          <a:solidFill>
            <a:srgbClr val="2028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85616" y="1627632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E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767328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767328" y="26060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B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with the overlapping event — conflict banner.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94960" y="1600200"/>
            <a:ext cx="475488" cy="475488"/>
          </a:xfrm>
          <a:prstGeom prst="ellipse">
            <a:avLst/>
          </a:prstGeom>
          <a:solidFill>
            <a:srgbClr val="20283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94960" y="1627632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E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376672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376672" y="26060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B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 re-rank the feed with updated reasons.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04304" y="1600200"/>
            <a:ext cx="475488" cy="475488"/>
          </a:xfrm>
          <a:prstGeom prst="ellipse">
            <a:avLst/>
          </a:prstGeom>
          <a:solidFill>
            <a:srgbClr val="20283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04304" y="1627632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E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86016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86016" y="26060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B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event: structured feedback closes the loop.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2B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BUILT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1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app, clean boundaries.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04672" y="2286000"/>
            <a:ext cx="146304" cy="146304"/>
          </a:xfrm>
          <a:prstGeom prst="ellipse">
            <a:avLst/>
          </a:prstGeom>
          <a:solidFill>
            <a:srgbClr val="C5ED3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5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 Router + React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04672" y="2788920"/>
            <a:ext cx="146304" cy="146304"/>
          </a:xfrm>
          <a:prstGeom prst="ellipse">
            <a:avLst/>
          </a:prstGeom>
          <a:solidFill>
            <a:srgbClr val="B2BAC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5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cards, detail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" y="3291840"/>
            <a:ext cx="146304" cy="146304"/>
          </a:xfrm>
          <a:prstGeom prst="ellipse">
            <a:avLst/>
          </a:prstGeom>
          <a:solidFill>
            <a:srgbClr val="B2BAC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5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+ conflict view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" y="3794760"/>
            <a:ext cx="146304" cy="146304"/>
          </a:xfrm>
          <a:prstGeom prst="ellipse">
            <a:avLst/>
          </a:prstGeom>
          <a:solidFill>
            <a:srgbClr val="B2BAC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5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Preferences, save, review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155448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93592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7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593592" y="2286000"/>
            <a:ext cx="146304" cy="146304"/>
          </a:xfrm>
          <a:prstGeom prst="ellipse">
            <a:avLst/>
          </a:prstGeom>
          <a:solidFill>
            <a:srgbClr val="C5ED3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84048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5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handlers (/api/*)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93592" y="2788920"/>
            <a:ext cx="146304" cy="146304"/>
          </a:xfrm>
          <a:prstGeom prst="ellipse">
            <a:avLst/>
          </a:prstGeom>
          <a:solidFill>
            <a:srgbClr val="B2BAC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84048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5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Auth.js + Google OAuth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93592" y="3291840"/>
            <a:ext cx="146304" cy="146304"/>
          </a:xfrm>
          <a:prstGeom prst="ellipse">
            <a:avLst/>
          </a:prstGeom>
          <a:solidFill>
            <a:srgbClr val="B2BAC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84048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5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sessions, scoped data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93592" y="3794760"/>
            <a:ext cx="146304" cy="146304"/>
          </a:xfrm>
          <a:prstGeom prst="ellipse">
            <a:avLst/>
          </a:prstGeom>
          <a:solidFill>
            <a:srgbClr val="B2BAC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84048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5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Rate-limited writes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155448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82512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LOGIC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382512" y="2286000"/>
            <a:ext cx="146304" cy="146304"/>
          </a:xfrm>
          <a:prstGeom prst="ellipse">
            <a:avLst/>
          </a:prstGeom>
          <a:solidFill>
            <a:srgbClr val="C5ED3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2940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5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lib/events.ts: rank + search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82512" y="2788920"/>
            <a:ext cx="146304" cy="146304"/>
          </a:xfrm>
          <a:prstGeom prst="ellipse">
            <a:avLst/>
          </a:prstGeom>
          <a:solidFill>
            <a:srgbClr val="B2BAC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2940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5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Postgres (Drizzle)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82512" y="3291840"/>
            <a:ext cx="146304" cy="146304"/>
          </a:xfrm>
          <a:prstGeom prst="ellipse">
            <a:avLst/>
          </a:prstGeom>
          <a:solidFill>
            <a:srgbClr val="B2BAC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62940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5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96-record synthetic seed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82512" y="3794760"/>
            <a:ext cx="146304" cy="146304"/>
          </a:xfrm>
          <a:prstGeom prst="ellipse">
            <a:avLst/>
          </a:prstGeom>
          <a:solidFill>
            <a:srgbClr val="B2BAC5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62940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5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seam (future)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5E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/  WHAT IS 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Demo-ready. Then real.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5ED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29/29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4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green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1463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5ED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8/10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4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relevant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463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5ED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4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in feed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146304" cy="146304"/>
          </a:xfrm>
          <a:prstGeom prst="ellipse">
            <a:avLst/>
          </a:prstGeom>
          <a:solidFill>
            <a:srgbClr val="C5ED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82549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7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Neon + run migrate, then seed (scripts ready).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146304" cy="146304"/>
          </a:xfrm>
          <a:prstGeom prst="ellipse">
            <a:avLst/>
          </a:prstGeom>
          <a:solidFill>
            <a:srgbClr val="C5ED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37413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7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Google OAuth credentials, verify the round trip.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46304" cy="146304"/>
          </a:xfrm>
          <a:prstGeom prst="ellipse">
            <a:avLst/>
          </a:prstGeom>
          <a:solidFill>
            <a:srgbClr val="C5ED3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9227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7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retrieval via the scorer seam; organizer portal later.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490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 what is worth attending.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EventRank — Discover what is worth attending</dc:title>
  <dc:subject>PptxGenJS Presentation</dc:subject>
  <dc:creator>EventRank team</dc:creator>
  <cp:lastModifiedBy>EventRank team</cp:lastModifiedBy>
  <cp:revision>1</cp:revision>
  <dcterms:created xsi:type="dcterms:W3CDTF">2026-10-10T19:54:46Z</dcterms:created>
  <dcterms:modified xsi:type="dcterms:W3CDTF">2026-10-10T19:54:46Z</dcterms:modified>
</cp:coreProperties>
</file>